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(30 sec)
Introduce yourself. One-liner: "End-to-end clinical ML pipeline that turns ICU time-series into grounded narratives and decision-support briefs."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(90 sec)
Emphasize temporal leakage — summarizing a full stay at hour 5 using hour 10 labs is clinically wrong AND an ML serving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Optional: swap image to system_architecture.png for a diagram-first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(30 sec)
Offer live demo or deep-dive into snapshot engine / feedback overlay.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Clinical Narrative and Risk Explanation from ICU Time-Series Data Using Large Language Models</dc:title>
  <dc:subject>PptxGenJS Presentation</dc:subject>
  <dc:creator>Created by Marp</dc:creator>
  <cp:lastModifiedBy>Created by Marp</cp:lastModifiedBy>
  <cp:revision>1</cp:revision>
  <dcterms:created xsi:type="dcterms:W3CDTF">2026-07-10T08:11:37Z</dcterms:created>
  <dcterms:modified xsi:type="dcterms:W3CDTF">2026-07-10T08:11:37Z</dcterms:modified>
</cp:coreProperties>
</file>